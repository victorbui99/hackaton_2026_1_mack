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2A48C-19F4-41C0-AFD7-AB543F6D8A98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D6975-CFD5-41BC-A210-8F26933C18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71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4D6975-CFD5-41BC-A210-8F26933C186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2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C43DF-90C9-A1F6-6744-C89E078E9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B2D04-9781-E989-D903-89519796D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AFEB16-187F-898D-B99B-C8A73FE1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FF3527-3014-8FFC-B6BF-ADF89632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4DF6F7-708F-0BE5-7695-27B42CFF6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06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D35AD-2753-F33E-0E35-5C11C5AB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6DB481-80B0-9C7B-F292-66A23AC62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FE069-07DC-F0C4-7B05-68863CD4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51912-3E1D-5DDC-4DFB-4E32202DF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E62C81-4CCE-A25B-B5A4-A889CAFA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02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99BF4-5E38-2235-2B1B-12DFBA11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E9750A-D83A-6C11-49FA-0327E2B75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C87A9-4C2B-53B5-2C49-A61936F4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D0A577-9650-D82F-46C2-94DF332A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067E2D-1287-4437-0509-3E348453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95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E05AF-8931-ED26-BE55-9862DE91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B9083D-1B7D-B7B2-0A0F-5D644B8EE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B5754C-9298-A7CC-71F0-27ED7285E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A44645-DD9A-4C33-24AE-20B5232B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7E9CD0-8229-311E-30BD-B86418AC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F5CB59-0546-B436-997F-344D6501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39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8B9B2-299D-AD33-52FC-2D43D4AA7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364A3A-F6AF-5E7D-3E57-0070870EF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77731F-3400-EA2A-0BE7-675DF485F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9BC847-89E1-5B56-B432-5C7304CD8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EF90B3-107B-B8EA-177A-7C2168B49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0660B7-DB47-57CA-7622-D66124C35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B60FB5-BBD3-87A1-6C2B-0646B868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1D4C31-41AF-22EE-591B-B07F80FE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01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A2780-B619-1E51-81D7-4512C906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3C9A580-8298-3472-5935-C6F9634D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042AEB-27C3-753D-0161-06E6CDF0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EEF67D-29D2-A78C-64C4-7429BE61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3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476E71-AAAB-7526-ADB2-62108AE4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F7DA5C-3117-346B-FF99-04436574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AD4A0E-BCF7-B1C1-7711-01946350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79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4CBCA-4FA1-F8D4-D6AB-6AD9B489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3FF7E-611F-2F16-9D4E-7DF7EEC13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E0193D-2906-DEE3-D725-1E3DACC96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7FB35D-2878-C128-1AE4-6D39615CC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DCA5AA-5376-0EB9-55CF-62B0DBBC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B99181-2F1B-4859-B725-CE236ABD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99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9A957-389B-1BFE-EC3C-EE2D4305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5FDDE-26E4-FAF7-DD9A-7F0EC79D4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2A5F9A-7B8B-1850-65BE-E5AC9C1B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3CA8A0-0B60-187B-22FD-C285719F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218DF3-AC16-442B-C08F-2FB2C41C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1103C-C483-9BA9-7738-AFF26303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75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C1F34-FE87-39D0-3463-A11857A2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6F0A11-9955-64FF-5B36-D008BE9AC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442B4B-A115-0E9D-7AD3-583267789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211CF1-47A0-6655-5D45-9B75D8D3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F04646-8E76-3267-BF00-0D7E52D4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78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087561-9B8E-365E-C476-7FC88BF43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7B898F-0D11-DF18-BAD3-02452826B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2A0F93-7F00-5D53-B442-5B687DD5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E01E54-65C4-C3B6-D2BE-F95A0A75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A564C-AC27-7651-371E-66C74835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1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EB92B6-9D64-33C1-39D5-26D00FBC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6E6D39-590D-595D-EBEE-3BE6B36D3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4F1EAC-73EF-6711-E708-DA06272A1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2851A-7ECC-4E6C-90EC-A056C7FC34FA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59D5A0-771F-FD4F-5271-2A5D64404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DB49D3-F03B-B36F-6313-DCEAD9AC8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EE496-5F03-4FD6-8979-49EB320A4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3269F3-4660-0FDC-4818-BB3735D19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566" y="0"/>
            <a:ext cx="12291566" cy="679812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AF3EE50-F529-918C-85B7-A060700F3308}"/>
              </a:ext>
            </a:extLst>
          </p:cNvPr>
          <p:cNvSpPr/>
          <p:nvPr/>
        </p:nvSpPr>
        <p:spPr>
          <a:xfrm>
            <a:off x="620486" y="805543"/>
            <a:ext cx="2198914" cy="293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00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9F3250-DD0A-55C2-1E1F-DA155701A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882" y="0"/>
            <a:ext cx="12305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2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810798-DD87-3487-1F7C-50AFD2F09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03" y="0"/>
            <a:ext cx="12157986" cy="682989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EAE0ECF-615C-4A0C-8BEB-361D5A276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859" y="2710542"/>
            <a:ext cx="2630261" cy="263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34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308B46E-AEE5-4736-DE66-5A8430A50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33" y="0"/>
            <a:ext cx="12165552" cy="682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987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Widescreen</PresentationFormat>
  <Paragraphs>1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Victor Colombari Pradella</dc:creator>
  <cp:lastModifiedBy>João Victor Colombari Pradella</cp:lastModifiedBy>
  <cp:revision>2</cp:revision>
  <dcterms:created xsi:type="dcterms:W3CDTF">2026-03-26T16:04:23Z</dcterms:created>
  <dcterms:modified xsi:type="dcterms:W3CDTF">2026-03-26T20:10:21Z</dcterms:modified>
</cp:coreProperties>
</file>